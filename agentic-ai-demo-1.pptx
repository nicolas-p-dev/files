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166e5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4800"/>
            <a:ext cx="1841450" cy="38100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0550" y="361950"/>
            <a:ext cx="16062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762000"/>
            <a:ext cx="424567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Agentic AI?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457200" y="2012007"/>
            <a:ext cx="4364236" cy="7048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76250" y="2012007"/>
            <a:ext cx="0" cy="70485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6750" y="2164407"/>
            <a:ext cx="406290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that can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autonomously plan, reason, and execute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complex tasks with minimal human intervention.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2907357"/>
            <a:ext cx="44515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16259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81050" y="3162598"/>
            <a:ext cx="25544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Goal-Oriented Reasoning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781050" y="3354884"/>
            <a:ext cx="25544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down complex objectives into actionable steps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57200" y="3577679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81050" y="3577679"/>
            <a:ext cx="24416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Integration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781050" y="3769965"/>
            <a:ext cx="244162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external systems, APIs, and databases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57200" y="399276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81050" y="3992761"/>
            <a:ext cx="26732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Execution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781050" y="4185047"/>
            <a:ext cx="26732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feedback and adjusts approach dynamically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5126236" y="1632942"/>
            <a:ext cx="3709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APPLICATIONS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126236" y="1907232"/>
            <a:ext cx="3636764" cy="624632"/>
          </a:xfrm>
          <a:prstGeom prst="roundRect">
            <a:avLst>
              <a:gd name="adj" fmla="val 91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278636" y="2040582"/>
            <a:ext cx="33986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Automation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278636" y="2251918"/>
            <a:ext cx="33986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 orchestration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5126236" y="2608064"/>
            <a:ext cx="3636764" cy="624632"/>
          </a:xfrm>
          <a:prstGeom prst="roundRect">
            <a:avLst>
              <a:gd name="adj" fmla="val 914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278636" y="2741414"/>
            <a:ext cx="33986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5278636" y="2952750"/>
            <a:ext cx="33986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and recommendations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5126236" y="3308896"/>
            <a:ext cx="3636764" cy="662732"/>
          </a:xfrm>
          <a:prstGeom prst="roundRect">
            <a:avLst>
              <a:gd name="adj" fmla="val 8623"/>
            </a:avLst>
          </a:prstGeom>
          <a:solidFill>
            <a:srgbClr val="F8F9FA"/>
          </a:solidFill>
          <a:ln w="19050">
            <a:solidFill>
              <a:srgbClr val="1E3A5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297686" y="3461296"/>
            <a:ext cx="33597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Management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5297686" y="3672632"/>
            <a:ext cx="33597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tracking and team coordination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5126236" y="4047827"/>
            <a:ext cx="3636764" cy="662732"/>
          </a:xfrm>
          <a:prstGeom prst="roundRect">
            <a:avLst>
              <a:gd name="adj" fmla="val 8623"/>
            </a:avLst>
          </a:prstGeom>
          <a:solidFill>
            <a:srgbClr val="F8F9FA"/>
          </a:solidFill>
          <a:ln w="19050">
            <a:solidFill>
              <a:srgbClr val="16A08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297686" y="4200227"/>
            <a:ext cx="33597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5297686" y="4411563"/>
            <a:ext cx="335974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support and resolution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457200" y="4781550"/>
            <a:ext cx="8471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Demo Presentation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9bf6a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4800"/>
            <a:ext cx="1694557" cy="3810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0550" y="361950"/>
            <a:ext cx="14564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762000"/>
            <a:ext cx="424567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 Assistant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457200" y="1181100"/>
            <a:ext cx="84719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450"/>
              </a:spcBef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Forensics Investigation &amp; Documentation System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1837879"/>
            <a:ext cx="40999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APM?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2112169"/>
            <a:ext cx="4019550" cy="82391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76250" y="2112169"/>
            <a:ext cx="0" cy="823912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700" y="2245519"/>
            <a:ext cx="375018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</a:t>
            </a:r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Jira-integrated project management platform</a:t>
            </a:r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powered by multi-agent AI orchestration for automated task management and reporting.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457200" y="3088481"/>
            <a:ext cx="4019550" cy="502890"/>
          </a:xfrm>
          <a:prstGeom prst="roundRect">
            <a:avLst>
              <a:gd name="adj" fmla="val 113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71500" y="3183731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3413" y="3237012"/>
            <a:ext cx="1455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52500" y="3183731"/>
            <a:ext cx="21618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52500" y="3362771"/>
            <a:ext cx="2161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Extraction, Task Review, Visualization agents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57200" y="3667571"/>
            <a:ext cx="4019550" cy="502890"/>
          </a:xfrm>
          <a:prstGeom prst="roundRect">
            <a:avLst>
              <a:gd name="adj" fmla="val 113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71500" y="3762821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33413" y="3816102"/>
            <a:ext cx="1455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52500" y="3762821"/>
            <a:ext cx="19333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Orchestration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52500" y="3941862"/>
            <a:ext cx="1933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live progress tracking and updates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57200" y="4246662"/>
            <a:ext cx="4019550" cy="502890"/>
          </a:xfrm>
          <a:prstGeom prst="roundRect">
            <a:avLst>
              <a:gd name="adj" fmla="val 1136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71500" y="4341912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3413" y="4395192"/>
            <a:ext cx="1455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52500" y="4341912"/>
            <a:ext cx="19333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52500" y="4520952"/>
            <a:ext cx="1933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PDF generation with Gantt charts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43450" y="1806327"/>
            <a:ext cx="40999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USED</a:t>
            </a:r>
            <a:endParaRPr lang="en-US" sz="900" dirty="0"/>
          </a:p>
        </p:txBody>
      </p:sp>
      <p:pic>
        <p:nvPicPr>
          <p:cNvPr id="27" name="Image 1" descr="/tmp/rasterized-gradient-d56891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080617"/>
            <a:ext cx="4019550" cy="77122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95850" y="2213967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Task Creation</a:t>
            </a:r>
            <a:endParaRPr lang="en-US" sz="975" dirty="0"/>
          </a:p>
        </p:txBody>
      </p:sp>
      <p:sp>
        <p:nvSpPr>
          <p:cNvPr id="29" name="Text 25"/>
          <p:cNvSpPr/>
          <p:nvPr/>
        </p:nvSpPr>
        <p:spPr>
          <a:xfrm>
            <a:off x="4895850" y="2425303"/>
            <a:ext cx="378904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requirements from documents and auto-create Jira tickets with priorities and assignments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4743450" y="2928045"/>
            <a:ext cx="4019550" cy="624632"/>
          </a:xfrm>
          <a:prstGeom prst="roundRect">
            <a:avLst>
              <a:gd name="adj" fmla="val 1219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895850" y="3061395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Analytics</a:t>
            </a:r>
            <a:endParaRPr lang="en-US" sz="975" dirty="0"/>
          </a:p>
        </p:txBody>
      </p:sp>
      <p:sp>
        <p:nvSpPr>
          <p:cNvPr id="32" name="Text 28"/>
          <p:cNvSpPr/>
          <p:nvPr/>
        </p:nvSpPr>
        <p:spPr>
          <a:xfrm>
            <a:off x="4895850" y="3272730"/>
            <a:ext cx="378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status dashboards, timeline visualization, and team workload analysis</a:t>
            </a:r>
            <a:endParaRPr lang="en-US" sz="825" dirty="0"/>
          </a:p>
        </p:txBody>
      </p:sp>
      <p:pic>
        <p:nvPicPr>
          <p:cNvPr id="33" name="Image 2" descr="/tmp/rasterized-gradient-8b56faa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3628876"/>
            <a:ext cx="4019550" cy="77122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895850" y="3762226"/>
            <a:ext cx="37890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Reports</a:t>
            </a:r>
            <a:endParaRPr lang="en-US" sz="975" dirty="0"/>
          </a:p>
        </p:txBody>
      </p:sp>
      <p:sp>
        <p:nvSpPr>
          <p:cNvPr id="35" name="Text 30"/>
          <p:cNvSpPr/>
          <p:nvPr/>
        </p:nvSpPr>
        <p:spPr>
          <a:xfrm>
            <a:off x="4895850" y="3973562"/>
            <a:ext cx="378904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executive summaries with branded PDF output for demos and reviews</a:t>
            </a:r>
            <a:endParaRPr lang="en-US" sz="825" dirty="0"/>
          </a:p>
        </p:txBody>
      </p:sp>
      <p:sp>
        <p:nvSpPr>
          <p:cNvPr id="36" name="Text 31"/>
          <p:cNvSpPr/>
          <p:nvPr/>
        </p:nvSpPr>
        <p:spPr>
          <a:xfrm>
            <a:off x="4743450" y="4552504"/>
            <a:ext cx="469106" cy="2286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2"/>
          <p:cNvSpPr/>
          <p:nvPr/>
        </p:nvSpPr>
        <p:spPr>
          <a:xfrm>
            <a:off x="4848225" y="4600129"/>
            <a:ext cx="264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750" dirty="0"/>
          </a:p>
        </p:txBody>
      </p:sp>
      <p:sp>
        <p:nvSpPr>
          <p:cNvPr id="38" name="Text 33"/>
          <p:cNvSpPr/>
          <p:nvPr/>
        </p:nvSpPr>
        <p:spPr>
          <a:xfrm>
            <a:off x="5269706" y="4552504"/>
            <a:ext cx="453182" cy="2286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5374481" y="4600129"/>
            <a:ext cx="2485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5780038" y="4552504"/>
            <a:ext cx="560784" cy="2286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5884813" y="4600129"/>
            <a:ext cx="3582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API</a:t>
            </a:r>
            <a:endParaRPr lang="en-US" sz="750" dirty="0"/>
          </a:p>
        </p:txBody>
      </p:sp>
      <p:sp>
        <p:nvSpPr>
          <p:cNvPr id="42" name="Text 37"/>
          <p:cNvSpPr/>
          <p:nvPr/>
        </p:nvSpPr>
        <p:spPr>
          <a:xfrm>
            <a:off x="6397972" y="4552504"/>
            <a:ext cx="839391" cy="2286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6502747" y="4600129"/>
            <a:ext cx="642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457200" y="4781550"/>
            <a:ext cx="8471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APM Assistant | Agentic AI Demo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a5ffc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04800"/>
            <a:ext cx="1389906" cy="381000"/>
          </a:xfrm>
          <a:prstGeom prst="roundRect">
            <a:avLst>
              <a:gd name="adj" fmla="val 10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90550" y="361950"/>
            <a:ext cx="1145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762000"/>
            <a:ext cx="424567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457200" y="1766292"/>
            <a:ext cx="46566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2040582"/>
            <a:ext cx="4565303" cy="577007"/>
          </a:xfrm>
          <a:prstGeom prst="roundRect">
            <a:avLst>
              <a:gd name="adj" fmla="val 99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0550" y="215488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09650" y="2154882"/>
            <a:ext cx="24712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Orchestration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009650" y="2356693"/>
            <a:ext cx="247122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specialized AI agents for complex tasks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457200" y="2693789"/>
            <a:ext cx="4565303" cy="577007"/>
          </a:xfrm>
          <a:prstGeom prst="roundRect">
            <a:avLst>
              <a:gd name="adj" fmla="val 99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90550" y="2808089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009650" y="2808089"/>
            <a:ext cx="242933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Integration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1009650" y="3009900"/>
            <a:ext cx="2429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sync with project management workflows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57200" y="3346996"/>
            <a:ext cx="4565303" cy="577007"/>
          </a:xfrm>
          <a:prstGeom prst="roundRect">
            <a:avLst>
              <a:gd name="adj" fmla="val 99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90550" y="346129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009650" y="3461296"/>
            <a:ext cx="2019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Progress Tracking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1009650" y="3663107"/>
            <a:ext cx="2019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 via Socket.IO communication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457200" y="4000202"/>
            <a:ext cx="4565303" cy="577007"/>
          </a:xfrm>
          <a:prstGeom prst="roundRect">
            <a:avLst>
              <a:gd name="adj" fmla="val 99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0550" y="4114502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009650" y="4114502"/>
            <a:ext cx="19842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Generation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1009650" y="4316313"/>
            <a:ext cx="19842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executive-level documentation</a:t>
            </a:r>
            <a:endParaRPr lang="en-US" sz="825" dirty="0"/>
          </a:p>
        </p:txBody>
      </p:sp>
      <p:pic>
        <p:nvPicPr>
          <p:cNvPr id="23" name="Image 1" descr="/tmp/rasterized-gradient-3d9b262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103" y="1859459"/>
            <a:ext cx="3511897" cy="158665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740277" y="2088059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449156" y="2754809"/>
            <a:ext cx="311579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Live Demo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5449156" y="3070920"/>
            <a:ext cx="31157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tool in action</a:t>
            </a:r>
            <a:endParaRPr lang="en-US" sz="825" dirty="0"/>
          </a:p>
        </p:txBody>
      </p:sp>
      <p:sp>
        <p:nvSpPr>
          <p:cNvPr id="27" name="Text 23"/>
          <p:cNvSpPr/>
          <p:nvPr/>
        </p:nvSpPr>
        <p:spPr>
          <a:xfrm>
            <a:off x="5251103" y="3560415"/>
            <a:ext cx="3511897" cy="923776"/>
          </a:xfrm>
          <a:prstGeom prst="roundRect">
            <a:avLst>
              <a:gd name="adj" fmla="val 1031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5390863" y="3731865"/>
            <a:ext cx="32323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INFORMATION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5390863" y="3935611"/>
            <a:ext cx="32323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www.yourwebsite.com/apm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390863" y="4179391"/>
            <a:ext cx="32323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&amp; Resources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457200" y="4781550"/>
            <a:ext cx="1407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DB5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Overview | Agentic AI Demo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7910810" y="4781550"/>
            <a:ext cx="869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Demo →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- APM Assistant Demo</dc:title>
  <dc:subject>PptxGenJS Presentation</dc:subject>
  <dc:creator>Nicolas</dc:creator>
  <cp:lastModifiedBy>Nicolas</cp:lastModifiedBy>
  <cp:revision>1</cp:revision>
  <dcterms:created xsi:type="dcterms:W3CDTF">2025-12-02T13:12:31Z</dcterms:created>
  <dcterms:modified xsi:type="dcterms:W3CDTF">2025-12-02T13:12:31Z</dcterms:modified>
</cp:coreProperties>
</file>