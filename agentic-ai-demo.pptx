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908e4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4800"/>
            <a:ext cx="1841450" cy="38100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0550" y="361950"/>
            <a:ext cx="16062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762000"/>
            <a:ext cx="42456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Agentic AI?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" y="2012007"/>
            <a:ext cx="4364236" cy="7048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6250" y="2012007"/>
            <a:ext cx="0" cy="704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6750" y="2164407"/>
            <a:ext cx="40629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that can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autonomously plan, reason, and execute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tasks with minimal human intervention.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907357"/>
            <a:ext cx="44515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16259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1050" y="3162598"/>
            <a:ext cx="2554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Goal-Oriented Reasoning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781050" y="3354884"/>
            <a:ext cx="25544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down complex objectives into actionable steps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57200" y="35776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1050" y="3577679"/>
            <a:ext cx="24416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Integration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781050" y="3769965"/>
            <a:ext cx="24416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external systems, APIs, and databases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57200" y="399276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81050" y="3992761"/>
            <a:ext cx="26732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Execution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81050" y="4185047"/>
            <a:ext cx="26732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feedback and adjusts approach dynamically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126236" y="1632942"/>
            <a:ext cx="3709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26236" y="1907232"/>
            <a:ext cx="3636764" cy="624632"/>
          </a:xfrm>
          <a:prstGeom prst="roundRect">
            <a:avLst>
              <a:gd name="adj" fmla="val 91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78636" y="2040582"/>
            <a:ext cx="3398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Automation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278636" y="2251918"/>
            <a:ext cx="33986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orchestration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126236" y="2608064"/>
            <a:ext cx="3636764" cy="624632"/>
          </a:xfrm>
          <a:prstGeom prst="roundRect">
            <a:avLst>
              <a:gd name="adj" fmla="val 914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78636" y="2741414"/>
            <a:ext cx="3398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5278636" y="2952750"/>
            <a:ext cx="33986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and recommendations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126236" y="3308896"/>
            <a:ext cx="3636764" cy="662732"/>
          </a:xfrm>
          <a:prstGeom prst="roundRect">
            <a:avLst>
              <a:gd name="adj" fmla="val 8623"/>
            </a:avLst>
          </a:prstGeom>
          <a:solidFill>
            <a:srgbClr val="F8F9FA"/>
          </a:solidFill>
          <a:ln w="19050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297686" y="3461296"/>
            <a:ext cx="33597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297686" y="3672632"/>
            <a:ext cx="3359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tracking and team coordination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26236" y="4047827"/>
            <a:ext cx="3636764" cy="662732"/>
          </a:xfrm>
          <a:prstGeom prst="roundRect">
            <a:avLst>
              <a:gd name="adj" fmla="val 8623"/>
            </a:avLst>
          </a:prstGeom>
          <a:solidFill>
            <a:srgbClr val="F8F9FA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97686" y="4200227"/>
            <a:ext cx="33597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5297686" y="4411563"/>
            <a:ext cx="3359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support and resolution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57200" y="4781550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Demo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cc23d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4800"/>
            <a:ext cx="1694557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0550" y="361950"/>
            <a:ext cx="14564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762000"/>
            <a:ext cx="42456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Assistant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" y="1181100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Project Manager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2266057"/>
            <a:ext cx="2616250" cy="2093268"/>
          </a:xfrm>
          <a:prstGeom prst="roundRect">
            <a:avLst>
              <a:gd name="adj" fmla="val 36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650" y="2437507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APM?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8650" y="2711797"/>
            <a:ext cx="227335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1080" y="2873722"/>
            <a:ext cx="19884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project description here]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28650" y="3397597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8650" y="367843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62000" y="3633788"/>
            <a:ext cx="701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[Component 1]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628650" y="388218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62000" y="3837533"/>
            <a:ext cx="701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[Component 2]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28650" y="408592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62000" y="4041279"/>
            <a:ext cx="701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[Component 3]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302050" y="2068860"/>
            <a:ext cx="2616250" cy="2487811"/>
          </a:xfrm>
          <a:prstGeom prst="roundRect">
            <a:avLst>
              <a:gd name="adj" fmla="val 306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473500" y="2240310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USED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73500" y="2514600"/>
            <a:ext cx="2273350" cy="560040"/>
          </a:xfrm>
          <a:prstGeom prst="roundRect">
            <a:avLst>
              <a:gd name="adj" fmla="val 102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587800" y="262890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587800" y="2826990"/>
            <a:ext cx="2085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use case]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473500" y="3169890"/>
            <a:ext cx="2273350" cy="560040"/>
          </a:xfrm>
          <a:prstGeom prst="roundRect">
            <a:avLst>
              <a:gd name="adj" fmla="val 102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587800" y="328419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587800" y="3482280"/>
            <a:ext cx="2085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use case]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473500" y="3825180"/>
            <a:ext cx="2273350" cy="560040"/>
          </a:xfrm>
          <a:prstGeom prst="roundRect">
            <a:avLst>
              <a:gd name="adj" fmla="val 102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587800" y="3939480"/>
            <a:ext cx="2085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587800" y="4137571"/>
            <a:ext cx="2085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use case]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46899" y="1908721"/>
            <a:ext cx="2616250" cy="2807940"/>
          </a:xfrm>
          <a:prstGeom prst="roundRect">
            <a:avLst>
              <a:gd name="adj" fmla="val 291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18349" y="2080171"/>
            <a:ext cx="2318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APM?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18349" y="2354461"/>
            <a:ext cx="2273350" cy="666750"/>
          </a:xfrm>
          <a:prstGeom prst="roundRect">
            <a:avLst>
              <a:gd name="adj" fmla="val 85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32649" y="2468761"/>
            <a:ext cx="2085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32649" y="2773561"/>
            <a:ext cx="2085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metric 1]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318349" y="3116461"/>
            <a:ext cx="2273350" cy="666750"/>
          </a:xfrm>
          <a:prstGeom prst="roundRect">
            <a:avLst>
              <a:gd name="adj" fmla="val 85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432649" y="3230761"/>
            <a:ext cx="2085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[Y]h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432649" y="3535561"/>
            <a:ext cx="2085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metric 2]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318349" y="3878461"/>
            <a:ext cx="2273350" cy="666750"/>
          </a:xfrm>
          <a:prstGeom prst="roundRect">
            <a:avLst>
              <a:gd name="adj" fmla="val 85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432649" y="3992761"/>
            <a:ext cx="2085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[Z]+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432649" y="4297561"/>
            <a:ext cx="20856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metric 3]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57200" y="4781550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Assistant | Agentic AI Demo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d1c81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4800"/>
            <a:ext cx="1389906" cy="38100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0550" y="361950"/>
            <a:ext cx="114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762000"/>
            <a:ext cx="42456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" y="1766292"/>
            <a:ext cx="46566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040582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0550" y="215488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09650" y="2154882"/>
            <a:ext cx="24712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009650" y="2356693"/>
            <a:ext cx="24712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specialized AI agents for complex tasks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57200" y="2693789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0550" y="2808089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09650" y="2808089"/>
            <a:ext cx="2429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Integration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09650" y="3009900"/>
            <a:ext cx="2429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 with project management workflows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57200" y="3346996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0550" y="34612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09650" y="3461296"/>
            <a:ext cx="2019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Progress Tracking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09650" y="3663107"/>
            <a:ext cx="2019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 via Socket.IO communication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57200" y="4000202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0550" y="411450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009650" y="4114502"/>
            <a:ext cx="19842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Generation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009650" y="4316313"/>
            <a:ext cx="19842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executive-level documentation</a:t>
            </a:r>
            <a:endParaRPr lang="en-US" sz="825" dirty="0"/>
          </a:p>
        </p:txBody>
      </p:sp>
      <p:pic>
        <p:nvPicPr>
          <p:cNvPr id="23" name="Image 1" descr="/tmp/rasterized-gradient-d057a1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103" y="1859459"/>
            <a:ext cx="3511897" cy="158665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40277" y="2088059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49156" y="2754809"/>
            <a:ext cx="31157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Live Demo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449156" y="3070920"/>
            <a:ext cx="31157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tool in action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5251103" y="3560415"/>
            <a:ext cx="3511897" cy="923776"/>
          </a:xfrm>
          <a:prstGeom prst="roundRect">
            <a:avLst>
              <a:gd name="adj" fmla="val 1031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390863" y="3731865"/>
            <a:ext cx="3232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INFORMATION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5390863" y="3935611"/>
            <a:ext cx="32323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www.yourwebsite.com/apm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390863" y="4179391"/>
            <a:ext cx="3232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Resources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57200" y="4781550"/>
            <a:ext cx="1407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 | Agentic AI Demo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7910810" y="4781550"/>
            <a:ext cx="869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Demo →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- APM Assistant Demo</dc:title>
  <dc:subject>PptxGenJS Presentation</dc:subject>
  <dc:creator>Nicolas</dc:creator>
  <cp:lastModifiedBy>Nicolas</cp:lastModifiedBy>
  <cp:revision>1</cp:revision>
  <dcterms:created xsi:type="dcterms:W3CDTF">2025-12-02T12:48:15Z</dcterms:created>
  <dcterms:modified xsi:type="dcterms:W3CDTF">2025-12-02T12:48:15Z</dcterms:modified>
</cp:coreProperties>
</file>